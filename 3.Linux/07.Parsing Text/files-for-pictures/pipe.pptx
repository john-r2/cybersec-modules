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1" autoAdjust="0"/>
    <p:restoredTop sz="94660"/>
  </p:normalViewPr>
  <p:slideViewPr>
    <p:cSldViewPr snapToGrid="0">
      <p:cViewPr varScale="1">
        <p:scale>
          <a:sx n="73" d="100"/>
          <a:sy n="73" d="100"/>
        </p:scale>
        <p:origin x="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6A62C-9E74-4494-9409-37B2522A3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E6E12-21C3-466E-8A61-B7F66028E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768DA-C517-43AC-B97A-497263E95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2D96-AC68-480A-9433-BC1301532A9B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44073-9A96-4BC3-8543-577CCAE03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E989D-0108-45C2-B29A-FEAB9F785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06BE-16B7-4DEA-BD35-4AFD4038B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86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88B9E-8B0F-46CA-BEE3-EE4388B1A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3DC0D-D3E2-46BA-BAF1-9EB5BE5ED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67C58-307E-471A-B441-1943DFC0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2D96-AC68-480A-9433-BC1301532A9B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8873A-1D4C-4CA7-B7BD-64987B78B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9D5F8-1B1C-46EF-BC2A-63F90AED3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06BE-16B7-4DEA-BD35-4AFD4038B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66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74F89-E313-4A88-B20D-C66E78688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4BA0B-28B0-45CC-B1DB-B78C8D8CB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B3BC0-7464-4B96-81FE-2D3CB14A7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2D96-AC68-480A-9433-BC1301532A9B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5123C-0D92-4D69-9A65-B145CED9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C3F8C-96DA-44F7-ABB7-D60355A0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06BE-16B7-4DEA-BD35-4AFD4038B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04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BA9D1-42DE-4DF9-9AF9-EEBB067CB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17920-B4DA-4FFA-9CD7-2528A77838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E42E65-7C49-4BA8-8F28-15B0AD617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57DC6-F041-41D2-BE5C-80CE15D30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2D96-AC68-480A-9433-BC1301532A9B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C337F-59B0-4303-9C35-438AE2F81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D2B4E-8133-49D7-A33F-F32CC86CD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06BE-16B7-4DEA-BD35-4AFD4038B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195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21945-1B86-413A-BA9E-D0D4A12E9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0F71D-C3DC-45F2-9DC0-9FC3E8D49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F0AEE-FF60-4774-A54C-C5ECBB109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753DBF-283C-4B21-91ED-022DD761BE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2FD403-84D2-46CC-BDDF-BA771BB679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BECD26-E52C-4964-901D-FF971EA25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2D96-AC68-480A-9433-BC1301532A9B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B04346-EDEF-4301-B446-823E6CBEE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2135AA-73E7-4C14-B707-5781BEDE2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06BE-16B7-4DEA-BD35-4AFD4038B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83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FD56-0E00-4C18-8B9B-575230980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886585-5B65-4E28-9BFE-F92025DE1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2D96-AC68-480A-9433-BC1301532A9B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5516B3-1F9F-4456-A5B7-D042B337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32648-6BCC-47F1-A2A4-3A99ED0C2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06BE-16B7-4DEA-BD35-4AFD4038B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064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344F6B-BE58-4483-B17F-7C50A355E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2D96-AC68-480A-9433-BC1301532A9B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0477DD-DC96-426A-A04A-26789FB08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7446A-2A53-4DCE-A266-36DE68B27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06BE-16B7-4DEA-BD35-4AFD4038B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88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D3DAB-B363-4003-9F87-1982FB82F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49A29-FC94-4A58-803C-213F70A76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E6EBD-169B-48DD-8FE2-3575411B3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093BC-12FB-4CF1-8623-9AA18A84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2D96-AC68-480A-9433-BC1301532A9B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3014A-F620-472F-B0D2-53CCD5F36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A07ED-84B1-4EF7-884D-77A847608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06BE-16B7-4DEA-BD35-4AFD4038B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90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3E221-B216-4B8D-AAAD-66CD2AFBB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231100-B484-440C-876D-1CB02EDCFC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D2F6B-C82D-4D54-9007-BABA31730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FB6B1F-29D7-4F3A-8920-905688C29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2D96-AC68-480A-9433-BC1301532A9B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76608-FFA8-45DA-AA4E-0F3C3418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0308EA-1B30-4D87-923C-3CD80F2D8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06BE-16B7-4DEA-BD35-4AFD4038B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2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D76CA-CA00-4766-B0BC-9DA20F5BD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0BA24C-13C8-49E2-814F-F4DEE54DE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5B228-B2A0-40FC-9B65-036883C57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2D96-AC68-480A-9433-BC1301532A9B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85602-D754-4390-8C82-F2459BA9A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60315-49E1-4EDB-AE23-4F43A0827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06BE-16B7-4DEA-BD35-4AFD4038B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376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6FD9AD-BDE6-4A05-9E51-2F400BB30F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1E75D-89F4-42ED-86B2-96E082BC9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132D7-126F-4A9B-87E7-EB7D146DF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2D96-AC68-480A-9433-BC1301532A9B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1245D-3D8A-4B1C-A696-1BFC6B1A0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5D379-92CC-4503-AC3E-F72775EB1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06BE-16B7-4DEA-BD35-4AFD4038B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49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3C0F31-6B93-4E47-BAF9-A914A0AD0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438EB-3C9E-40A4-81F5-B3859CAA0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5EAC0-74B0-4CA9-9108-F67BB24B82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F2D96-AC68-480A-9433-BC1301532A9B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B8979-7A51-4E92-A88C-F6D6F353E4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814FE-C802-4EA1-A37B-B61687E87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CD06BE-16B7-4DEA-BD35-4AFD4038B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7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5C5EC5-FA84-41B8-ABAF-520DCAD7FC85}"/>
              </a:ext>
            </a:extLst>
          </p:cNvPr>
          <p:cNvSpPr/>
          <p:nvPr/>
        </p:nvSpPr>
        <p:spPr>
          <a:xfrm>
            <a:off x="4949018" y="2466328"/>
            <a:ext cx="1585993" cy="867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D87EAEA-EC96-4AA2-AC25-EBDEEB5DA340}"/>
              </a:ext>
            </a:extLst>
          </p:cNvPr>
          <p:cNvCxnSpPr/>
          <p:nvPr/>
        </p:nvCxnSpPr>
        <p:spPr>
          <a:xfrm flipV="1">
            <a:off x="3419958" y="2964129"/>
            <a:ext cx="1529060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FA0B62-628D-4539-A667-B64D886B9CC8}"/>
              </a:ext>
            </a:extLst>
          </p:cNvPr>
          <p:cNvCxnSpPr>
            <a:cxnSpLocks/>
          </p:cNvCxnSpPr>
          <p:nvPr/>
        </p:nvCxnSpPr>
        <p:spPr>
          <a:xfrm flipV="1">
            <a:off x="6190509" y="2909067"/>
            <a:ext cx="767126" cy="23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C6B4434-7479-ACBF-93F5-DDD3B1373679}"/>
              </a:ext>
            </a:extLst>
          </p:cNvPr>
          <p:cNvSpPr/>
          <p:nvPr/>
        </p:nvSpPr>
        <p:spPr>
          <a:xfrm>
            <a:off x="1833965" y="2464028"/>
            <a:ext cx="1585993" cy="867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DF9E3F-E6C9-4999-2935-C90381F48CFC}"/>
              </a:ext>
            </a:extLst>
          </p:cNvPr>
          <p:cNvSpPr/>
          <p:nvPr/>
        </p:nvSpPr>
        <p:spPr>
          <a:xfrm>
            <a:off x="8095133" y="2464027"/>
            <a:ext cx="1585993" cy="867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E148AF8-4FD4-4CC2-B5CD-300198910881}"/>
              </a:ext>
            </a:extLst>
          </p:cNvPr>
          <p:cNvCxnSpPr>
            <a:cxnSpLocks/>
          </p:cNvCxnSpPr>
          <p:nvPr/>
        </p:nvCxnSpPr>
        <p:spPr>
          <a:xfrm>
            <a:off x="7654834" y="2897979"/>
            <a:ext cx="4833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7ABA925-336D-12ED-91B5-8E2FF24983F4}"/>
              </a:ext>
            </a:extLst>
          </p:cNvPr>
          <p:cNvSpPr txBox="1"/>
          <p:nvPr/>
        </p:nvSpPr>
        <p:spPr>
          <a:xfrm>
            <a:off x="6957635" y="2690949"/>
            <a:ext cx="7148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15AFE7-EA31-6793-B42C-9061DCCC028F}"/>
              </a:ext>
            </a:extLst>
          </p:cNvPr>
          <p:cNvSpPr txBox="1"/>
          <p:nvPr/>
        </p:nvSpPr>
        <p:spPr>
          <a:xfrm>
            <a:off x="3367948" y="2594034"/>
            <a:ext cx="1319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8CA992-E9EB-4B0D-C199-CDBAA22177C9}"/>
              </a:ext>
            </a:extLst>
          </p:cNvPr>
          <p:cNvSpPr txBox="1"/>
          <p:nvPr/>
        </p:nvSpPr>
        <p:spPr>
          <a:xfrm>
            <a:off x="4289344" y="2965283"/>
            <a:ext cx="1319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6C9BFF-D00A-BC6D-4CBD-855D1B481BAA}"/>
              </a:ext>
            </a:extLst>
          </p:cNvPr>
          <p:cNvSpPr txBox="1"/>
          <p:nvPr/>
        </p:nvSpPr>
        <p:spPr>
          <a:xfrm>
            <a:off x="6509140" y="2594034"/>
            <a:ext cx="1319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52139A-F84B-B841-DC74-E5DCC01890E9}"/>
              </a:ext>
            </a:extLst>
          </p:cNvPr>
          <p:cNvSpPr txBox="1"/>
          <p:nvPr/>
        </p:nvSpPr>
        <p:spPr>
          <a:xfrm>
            <a:off x="7487445" y="2875615"/>
            <a:ext cx="1319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B56E37-DC34-0AB0-5EF9-0A6C003A8364}"/>
              </a:ext>
            </a:extLst>
          </p:cNvPr>
          <p:cNvSpPr txBox="1"/>
          <p:nvPr/>
        </p:nvSpPr>
        <p:spPr>
          <a:xfrm>
            <a:off x="4105612" y="2464027"/>
            <a:ext cx="659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|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B35D77-E61F-5941-C74B-BA9E33593B63}"/>
              </a:ext>
            </a:extLst>
          </p:cNvPr>
          <p:cNvSpPr txBox="1"/>
          <p:nvPr/>
        </p:nvSpPr>
        <p:spPr>
          <a:xfrm>
            <a:off x="7315072" y="2423060"/>
            <a:ext cx="659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|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D354E6-44C1-7CDF-F48F-27AAC5283692}"/>
              </a:ext>
            </a:extLst>
          </p:cNvPr>
          <p:cNvSpPr txBox="1"/>
          <p:nvPr/>
        </p:nvSpPr>
        <p:spPr>
          <a:xfrm>
            <a:off x="3365678" y="1659308"/>
            <a:ext cx="5342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Pipe Symbol—sends text from one process to another</a:t>
            </a:r>
          </a:p>
          <a:p>
            <a:r>
              <a:rPr lang="en-US" dirty="0"/>
              <a:t>Ex.:  cat filename | base64 -d</a:t>
            </a:r>
          </a:p>
        </p:txBody>
      </p:sp>
    </p:spTree>
    <p:extLst>
      <p:ext uri="{BB962C8B-B14F-4D97-AF65-F5344CB8AC3E}">
        <p14:creationId xmlns:p14="http://schemas.microsoft.com/office/powerpoint/2010/main" val="1310048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28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York</dc:creator>
  <cp:lastModifiedBy>John York</cp:lastModifiedBy>
  <cp:revision>3</cp:revision>
  <dcterms:created xsi:type="dcterms:W3CDTF">2018-08-31T18:23:46Z</dcterms:created>
  <dcterms:modified xsi:type="dcterms:W3CDTF">2024-09-13T12:05:28Z</dcterms:modified>
</cp:coreProperties>
</file>